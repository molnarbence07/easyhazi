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565E1-2B62-9EDB-B9ED-1C6FE2F9D175}" v="283" dt="2024-11-25T14:14:39.347"/>
    <p1510:client id="{50739AD0-50E2-1885-1FE7-F16EE75E1EDB}" v="151" dt="2024-11-25T12:25:23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ce Molnár" userId="e62e03783ffaf231" providerId="Windows Live" clId="Web-{50739AD0-50E2-1885-1FE7-F16EE75E1EDB}"/>
    <pc:docChg chg="modSld">
      <pc:chgData name="Bence Molnár" userId="e62e03783ffaf231" providerId="Windows Live" clId="Web-{50739AD0-50E2-1885-1FE7-F16EE75E1EDB}" dt="2024-11-25T12:25:23.736" v="148"/>
      <pc:docMkLst>
        <pc:docMk/>
      </pc:docMkLst>
      <pc:sldChg chg="modSp addAnim">
        <pc:chgData name="Bence Molnár" userId="e62e03783ffaf231" providerId="Windows Live" clId="Web-{50739AD0-50E2-1885-1FE7-F16EE75E1EDB}" dt="2024-11-25T12:25:23.736" v="148"/>
        <pc:sldMkLst>
          <pc:docMk/>
          <pc:sldMk cId="4266748471" sldId="256"/>
        </pc:sldMkLst>
        <pc:spChg chg="mod">
          <ac:chgData name="Bence Molnár" userId="e62e03783ffaf231" providerId="Windows Live" clId="Web-{50739AD0-50E2-1885-1FE7-F16EE75E1EDB}" dt="2024-11-25T12:22:44.793" v="25" actId="1076"/>
          <ac:spMkLst>
            <pc:docMk/>
            <pc:sldMk cId="4266748471" sldId="256"/>
            <ac:spMk id="2" creationId="{00000000-0000-0000-0000-000000000000}"/>
          </ac:spMkLst>
        </pc:spChg>
        <pc:spChg chg="mod">
          <ac:chgData name="Bence Molnár" userId="e62e03783ffaf231" providerId="Windows Live" clId="Web-{50739AD0-50E2-1885-1FE7-F16EE75E1EDB}" dt="2024-11-25T12:25:08.626" v="147" actId="20577"/>
          <ac:spMkLst>
            <pc:docMk/>
            <pc:sldMk cId="4266748471" sldId="256"/>
            <ac:spMk id="3" creationId="{00000000-0000-0000-0000-000000000000}"/>
          </ac:spMkLst>
        </pc:spChg>
      </pc:sldChg>
    </pc:docChg>
  </pc:docChgLst>
  <pc:docChgLst>
    <pc:chgData name="Bence Molnár" userId="e62e03783ffaf231" providerId="Windows Live" clId="Web-{064565E1-2B62-9EDB-B9ED-1C6FE2F9D175}"/>
    <pc:docChg chg="addSld modSld addMainMaster delMainMaster">
      <pc:chgData name="Bence Molnár" userId="e62e03783ffaf231" providerId="Windows Live" clId="Web-{064565E1-2B62-9EDB-B9ED-1C6FE2F9D175}" dt="2024-11-25T14:14:39.347" v="280" actId="20577"/>
      <pc:docMkLst>
        <pc:docMk/>
      </pc:docMkLst>
      <pc:sldChg chg="modSp mod setBg modClrScheme chgLayout">
        <pc:chgData name="Bence Molnár" userId="e62e03783ffaf231" providerId="Windows Live" clId="Web-{064565E1-2B62-9EDB-B9ED-1C6FE2F9D175}" dt="2024-11-25T12:53:07.277" v="105" actId="20577"/>
        <pc:sldMkLst>
          <pc:docMk/>
          <pc:sldMk cId="4266748471" sldId="256"/>
        </pc:sldMkLst>
        <pc:spChg chg="mod ord">
          <ac:chgData name="Bence Molnár" userId="e62e03783ffaf231" providerId="Windows Live" clId="Web-{064565E1-2B62-9EDB-B9ED-1C6FE2F9D175}" dt="2024-11-25T12:52:19.883" v="93" actId="20577"/>
          <ac:spMkLst>
            <pc:docMk/>
            <pc:sldMk cId="4266748471" sldId="256"/>
            <ac:spMk id="2" creationId="{00000000-0000-0000-0000-000000000000}"/>
          </ac:spMkLst>
        </pc:spChg>
        <pc:spChg chg="mod ord">
          <ac:chgData name="Bence Molnár" userId="e62e03783ffaf231" providerId="Windows Live" clId="Web-{064565E1-2B62-9EDB-B9ED-1C6FE2F9D175}" dt="2024-11-25T12:53:07.277" v="105" actId="20577"/>
          <ac:spMkLst>
            <pc:docMk/>
            <pc:sldMk cId="4266748471" sldId="256"/>
            <ac:spMk id="3" creationId="{00000000-0000-0000-0000-000000000000}"/>
          </ac:spMkLst>
        </pc:spChg>
      </pc:sldChg>
      <pc:sldChg chg="modSp new mod setBg modClrScheme chgLayout">
        <pc:chgData name="Bence Molnár" userId="e62e03783ffaf231" providerId="Windows Live" clId="Web-{064565E1-2B62-9EDB-B9ED-1C6FE2F9D175}" dt="2024-11-25T14:14:39.347" v="280" actId="20577"/>
        <pc:sldMkLst>
          <pc:docMk/>
          <pc:sldMk cId="2609630909" sldId="257"/>
        </pc:sldMkLst>
        <pc:spChg chg="mod ord">
          <ac:chgData name="Bence Molnár" userId="e62e03783ffaf231" providerId="Windows Live" clId="Web-{064565E1-2B62-9EDB-B9ED-1C6FE2F9D175}" dt="2024-11-25T13:55:32.995" v="144" actId="20577"/>
          <ac:spMkLst>
            <pc:docMk/>
            <pc:sldMk cId="2609630909" sldId="257"/>
            <ac:spMk id="2" creationId="{B1EAA465-31F5-C38E-A1C1-86FC44A733FD}"/>
          </ac:spMkLst>
        </pc:spChg>
        <pc:spChg chg="mod ord">
          <ac:chgData name="Bence Molnár" userId="e62e03783ffaf231" providerId="Windows Live" clId="Web-{064565E1-2B62-9EDB-B9ED-1C6FE2F9D175}" dt="2024-11-25T14:14:39.347" v="280" actId="20577"/>
          <ac:spMkLst>
            <pc:docMk/>
            <pc:sldMk cId="2609630909" sldId="257"/>
            <ac:spMk id="3" creationId="{502F0BC0-3D5A-02BC-A772-9987479712FD}"/>
          </ac:spMkLst>
        </pc:spChg>
      </pc:sldChg>
      <pc:sldChg chg="modSp new mod modClrScheme chgLayout">
        <pc:chgData name="Bence Molnár" userId="e62e03783ffaf231" providerId="Windows Live" clId="Web-{064565E1-2B62-9EDB-B9ED-1C6FE2F9D175}" dt="2024-11-25T12:37:32.827" v="78"/>
        <pc:sldMkLst>
          <pc:docMk/>
          <pc:sldMk cId="561458179" sldId="258"/>
        </pc:sldMkLst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561458179" sldId="258"/>
            <ac:spMk id="2" creationId="{7F8A9AEE-D3F2-72D7-5FE1-79276FA5B1DA}"/>
          </ac:spMkLst>
        </pc:spChg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561458179" sldId="258"/>
            <ac:spMk id="3" creationId="{DE7C820B-C0E1-6B19-2B14-C44FBF9EC57E}"/>
          </ac:spMkLst>
        </pc:spChg>
      </pc:sldChg>
      <pc:sldChg chg="modSp new mod modClrScheme chgLayout">
        <pc:chgData name="Bence Molnár" userId="e62e03783ffaf231" providerId="Windows Live" clId="Web-{064565E1-2B62-9EDB-B9ED-1C6FE2F9D175}" dt="2024-11-25T12:37:32.827" v="78"/>
        <pc:sldMkLst>
          <pc:docMk/>
          <pc:sldMk cId="3895244820" sldId="259"/>
        </pc:sldMkLst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3895244820" sldId="259"/>
            <ac:spMk id="2" creationId="{3C503C9F-4A11-DF09-B359-171D5CF3B5CB}"/>
          </ac:spMkLst>
        </pc:spChg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3895244820" sldId="259"/>
            <ac:spMk id="3" creationId="{E1B5EA98-E4D9-741F-B8C6-CB45A3FCCA84}"/>
          </ac:spMkLst>
        </pc:spChg>
      </pc:sldChg>
      <pc:sldChg chg="modSp new mod modClrScheme chgLayout">
        <pc:chgData name="Bence Molnár" userId="e62e03783ffaf231" providerId="Windows Live" clId="Web-{064565E1-2B62-9EDB-B9ED-1C6FE2F9D175}" dt="2024-11-25T12:37:32.827" v="78"/>
        <pc:sldMkLst>
          <pc:docMk/>
          <pc:sldMk cId="1311581750" sldId="260"/>
        </pc:sldMkLst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1311581750" sldId="260"/>
            <ac:spMk id="2" creationId="{B7947186-63A0-F8A0-C8C3-C9022BF45852}"/>
          </ac:spMkLst>
        </pc:spChg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1311581750" sldId="260"/>
            <ac:spMk id="3" creationId="{8F0503BD-247B-B157-406B-BCDF4E2DB3BB}"/>
          </ac:spMkLst>
        </pc:spChg>
      </pc:sldChg>
      <pc:sldChg chg="modSp new mod modClrScheme chgLayout">
        <pc:chgData name="Bence Molnár" userId="e62e03783ffaf231" providerId="Windows Live" clId="Web-{064565E1-2B62-9EDB-B9ED-1C6FE2F9D175}" dt="2024-11-25T12:37:32.827" v="78"/>
        <pc:sldMkLst>
          <pc:docMk/>
          <pc:sldMk cId="4120502286" sldId="261"/>
        </pc:sldMkLst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4120502286" sldId="261"/>
            <ac:spMk id="2" creationId="{C0F511F2-2739-4238-4D85-45154EFE86AC}"/>
          </ac:spMkLst>
        </pc:spChg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4120502286" sldId="261"/>
            <ac:spMk id="3" creationId="{518A627D-AFCF-CFDA-8903-C7D9672A9A11}"/>
          </ac:spMkLst>
        </pc:spChg>
      </pc:sldChg>
      <pc:sldChg chg="addSp delSp modSp new mod setBg modClrScheme addAnim delAnim modAnim chgLayout">
        <pc:chgData name="Bence Molnár" userId="e62e03783ffaf231" providerId="Windows Live" clId="Web-{064565E1-2B62-9EDB-B9ED-1C6FE2F9D175}" dt="2024-11-25T13:51:05.303" v="134"/>
        <pc:sldMkLst>
          <pc:docMk/>
          <pc:sldMk cId="3491546242" sldId="262"/>
        </pc:sldMkLst>
        <pc:spChg chg="mod ord">
          <ac:chgData name="Bence Molnár" userId="e62e03783ffaf231" providerId="Windows Live" clId="Web-{064565E1-2B62-9EDB-B9ED-1C6FE2F9D175}" dt="2024-11-25T12:37:32.827" v="78"/>
          <ac:spMkLst>
            <pc:docMk/>
            <pc:sldMk cId="3491546242" sldId="262"/>
            <ac:spMk id="2" creationId="{1A215B8D-D321-3292-11A2-7D761EFAA311}"/>
          </ac:spMkLst>
        </pc:spChg>
        <pc:spChg chg="del mod">
          <ac:chgData name="Bence Molnár" userId="e62e03783ffaf231" providerId="Windows Live" clId="Web-{064565E1-2B62-9EDB-B9ED-1C6FE2F9D175}" dt="2024-11-25T12:28:24.385" v="59"/>
          <ac:spMkLst>
            <pc:docMk/>
            <pc:sldMk cId="3491546242" sldId="262"/>
            <ac:spMk id="3" creationId="{C44FD46F-9498-296D-BB2B-85359A641A21}"/>
          </ac:spMkLst>
        </pc:spChg>
        <pc:spChg chg="add del mod">
          <ac:chgData name="Bence Molnár" userId="e62e03783ffaf231" providerId="Windows Live" clId="Web-{064565E1-2B62-9EDB-B9ED-1C6FE2F9D175}" dt="2024-11-25T12:30:21.627" v="60"/>
          <ac:spMkLst>
            <pc:docMk/>
            <pc:sldMk cId="3491546242" sldId="262"/>
            <ac:spMk id="5" creationId="{0C3DA8B6-1033-44B1-40C0-31171251D780}"/>
          </ac:spMkLst>
        </pc:spChg>
        <pc:picChg chg="add mod ord">
          <ac:chgData name="Bence Molnár" userId="e62e03783ffaf231" providerId="Windows Live" clId="Web-{064565E1-2B62-9EDB-B9ED-1C6FE2F9D175}" dt="2024-11-25T13:48:10.587" v="126" actId="1076"/>
          <ac:picMkLst>
            <pc:docMk/>
            <pc:sldMk cId="3491546242" sldId="262"/>
            <ac:picMk id="6" creationId="{F5612D66-D337-F783-43D5-634FE19F8042}"/>
          </ac:picMkLst>
        </pc:picChg>
      </pc:sldChg>
      <pc:sldMasterChg chg="del delSldLayout">
        <pc:chgData name="Bence Molnár" userId="e62e03783ffaf231" providerId="Windows Live" clId="Web-{064565E1-2B62-9EDB-B9ED-1C6FE2F9D175}" dt="2024-11-25T12:32:10.853" v="66"/>
        <pc:sldMasterMkLst>
          <pc:docMk/>
          <pc:sldMasterMk cId="798062927" sldId="2147483648"/>
        </pc:sldMasterMkLst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331746569" sldId="2147483649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3810502996" sldId="2147483650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356358126" sldId="2147483651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324695496" sldId="2147483652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3429168541" sldId="2147483653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3997832783" sldId="2147483654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078127673" sldId="2147483655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2903084306" sldId="2147483656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883066043" sldId="2147483657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663091269" sldId="2147483658"/>
          </pc:sldLayoutMkLst>
        </pc:sldLayoutChg>
        <pc:sldLayoutChg chg="del">
          <pc:chgData name="Bence Molnár" userId="e62e03783ffaf231" providerId="Windows Live" clId="Web-{064565E1-2B62-9EDB-B9ED-1C6FE2F9D175}" dt="2024-11-25T12:32:10.853" v="66"/>
          <pc:sldLayoutMkLst>
            <pc:docMk/>
            <pc:sldMasterMk cId="798062927" sldId="2147483648"/>
            <pc:sldLayoutMk cId="1772255771" sldId="2147483659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2:15.416" v="67"/>
        <pc:sldMasterMkLst>
          <pc:docMk/>
          <pc:sldMasterMk cId="792028142" sldId="2147483660"/>
        </pc:sldMasterMkLst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738289901" sldId="2147483661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1659676368" sldId="2147483662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2868637577" sldId="2147483663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2014000435" sldId="2147483664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3775214945" sldId="2147483665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1696289372" sldId="2147483666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3350732639" sldId="2147483667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153200354" sldId="2147483668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691737016" sldId="2147483669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211566676" sldId="2147483670"/>
          </pc:sldLayoutMkLst>
        </pc:sldLayoutChg>
        <pc:sldLayoutChg chg="add del mod replId">
          <pc:chgData name="Bence Molnár" userId="e62e03783ffaf231" providerId="Windows Live" clId="Web-{064565E1-2B62-9EDB-B9ED-1C6FE2F9D175}" dt="2024-11-25T12:32:15.416" v="67"/>
          <pc:sldLayoutMkLst>
            <pc:docMk/>
            <pc:sldMasterMk cId="792028142" sldId="2147483660"/>
            <pc:sldLayoutMk cId="4038887259" sldId="2147483671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2:23.697" v="68"/>
        <pc:sldMasterMkLst>
          <pc:docMk/>
          <pc:sldMasterMk cId="2918347422" sldId="2147483672"/>
        </pc:sldMasterMkLst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657436635" sldId="2147483673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3997735994" sldId="2147483674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1746544067" sldId="2147483675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3123695119" sldId="2147483676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2339187841" sldId="2147483677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1545725546" sldId="2147483678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2488360711" sldId="2147483679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3300075495" sldId="2147483680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2079108252" sldId="2147483681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2882431810" sldId="2147483682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3.697" v="68"/>
          <pc:sldLayoutMkLst>
            <pc:docMk/>
            <pc:sldMasterMk cId="2918347422" sldId="2147483672"/>
            <pc:sldLayoutMk cId="3614987657" sldId="2147483683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2:28.026" v="69"/>
        <pc:sldMasterMkLst>
          <pc:docMk/>
          <pc:sldMasterMk cId="1209005240" sldId="2147483684"/>
        </pc:sldMasterMkLst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2961667736" sldId="2147483685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1099322370" sldId="2147483686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2430542478" sldId="2147483687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793183030" sldId="2147483688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3624590233" sldId="2147483689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204287897" sldId="2147483690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1886448636" sldId="2147483691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3089221024" sldId="2147483692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864079965" sldId="2147483693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3468050362" sldId="2147483694"/>
          </pc:sldLayoutMkLst>
        </pc:sldLayoutChg>
        <pc:sldLayoutChg chg="add del mod replId">
          <pc:chgData name="Bence Molnár" userId="e62e03783ffaf231" providerId="Windows Live" clId="Web-{064565E1-2B62-9EDB-B9ED-1C6FE2F9D175}" dt="2024-11-25T12:32:28.026" v="69"/>
          <pc:sldLayoutMkLst>
            <pc:docMk/>
            <pc:sldMasterMk cId="1209005240" sldId="2147483684"/>
            <pc:sldLayoutMk cId="2646566408" sldId="2147483695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2:35.104" v="70"/>
        <pc:sldMasterMkLst>
          <pc:docMk/>
          <pc:sldMasterMk cId="3849309949" sldId="2147483696"/>
        </pc:sldMasterMkLst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1159154526" sldId="2147483697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054874761" sldId="2147483698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238955695" sldId="2147483699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434896073" sldId="2147483700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565579410" sldId="2147483701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748134009" sldId="2147483702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2373131492" sldId="2147483703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388438097" sldId="2147483704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2416781606" sldId="2147483705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2268624945" sldId="2147483706"/>
          </pc:sldLayoutMkLst>
        </pc:sldLayoutChg>
        <pc:sldLayoutChg chg="add del mod replId">
          <pc:chgData name="Bence Molnár" userId="e62e03783ffaf231" providerId="Windows Live" clId="Web-{064565E1-2B62-9EDB-B9ED-1C6FE2F9D175}" dt="2024-11-25T12:32:35.104" v="70"/>
          <pc:sldLayoutMkLst>
            <pc:docMk/>
            <pc:sldMasterMk cId="3849309949" sldId="2147483696"/>
            <pc:sldLayoutMk cId="2390708847" sldId="2147483707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7:19.904" v="76"/>
        <pc:sldMasterMkLst>
          <pc:docMk/>
          <pc:sldMasterMk cId="4217783295" sldId="2147483708"/>
        </pc:sldMasterMkLst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462215792" sldId="2147483709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2262259280" sldId="2147483710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2175998498" sldId="2147483711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666259373" sldId="2147483712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195365320" sldId="2147483713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264921046" sldId="2147483714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636764256" sldId="2147483715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1693888557" sldId="2147483716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2811916716" sldId="2147483717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255238826" sldId="2147483718"/>
          </pc:sldLayoutMkLst>
        </pc:sldLayoutChg>
        <pc:sldLayoutChg chg="add del mod replId">
          <pc:chgData name="Bence Molnár" userId="e62e03783ffaf231" providerId="Windows Live" clId="Web-{064565E1-2B62-9EDB-B9ED-1C6FE2F9D175}" dt="2024-11-25T12:37:19.904" v="76"/>
          <pc:sldLayoutMkLst>
            <pc:docMk/>
            <pc:sldMasterMk cId="4217783295" sldId="2147483708"/>
            <pc:sldLayoutMk cId="3320864664" sldId="2147483719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7:30.858" v="77"/>
        <pc:sldMasterMkLst>
          <pc:docMk/>
          <pc:sldMasterMk cId="2994664001" sldId="2147483720"/>
        </pc:sldMasterMkLst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2344275304" sldId="2147483721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3311465696" sldId="2147483722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577313142" sldId="2147483723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1614421580" sldId="2147483724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3784694433" sldId="2147483725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2389097951" sldId="2147483726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38294986" sldId="2147483727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934511980" sldId="2147483728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581221006" sldId="2147483729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669594011" sldId="2147483730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0.858" v="77"/>
          <pc:sldLayoutMkLst>
            <pc:docMk/>
            <pc:sldMasterMk cId="2994664001" sldId="2147483720"/>
            <pc:sldLayoutMk cId="4005292255" sldId="2147483731"/>
          </pc:sldLayoutMkLst>
        </pc:sldLayoutChg>
      </pc:sldMasterChg>
      <pc:sldMasterChg chg="add del addSldLayout delSldLayout modSldLayout">
        <pc:chgData name="Bence Molnár" userId="e62e03783ffaf231" providerId="Windows Live" clId="Web-{064565E1-2B62-9EDB-B9ED-1C6FE2F9D175}" dt="2024-11-25T12:37:32.827" v="78"/>
        <pc:sldMasterMkLst>
          <pc:docMk/>
          <pc:sldMasterMk cId="1986256986" sldId="2147483732"/>
        </pc:sldMasterMkLst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456671352" sldId="2147483733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1859300319" sldId="2147483734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1934359729" sldId="2147483735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4018276182" sldId="2147483736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353558818" sldId="2147483737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2038614177" sldId="2147483738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314868867" sldId="2147483739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86787392" sldId="2147483740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866552751" sldId="2147483741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2226555444" sldId="2147483742"/>
          </pc:sldLayoutMkLst>
        </pc:sldLayoutChg>
        <pc:sldLayoutChg chg="add del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1986256986" sldId="2147483732"/>
            <pc:sldLayoutMk cId="28389231" sldId="2147483743"/>
          </pc:sldLayoutMkLst>
        </pc:sldLayoutChg>
      </pc:sldMasterChg>
      <pc:sldMasterChg chg="add addSldLayout modSldLayout">
        <pc:chgData name="Bence Molnár" userId="e62e03783ffaf231" providerId="Windows Live" clId="Web-{064565E1-2B62-9EDB-B9ED-1C6FE2F9D175}" dt="2024-11-25T12:37:32.827" v="78"/>
        <pc:sldMasterMkLst>
          <pc:docMk/>
          <pc:sldMasterMk cId="4186481752" sldId="2147483744"/>
        </pc:sldMasterMkLst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599581469" sldId="2147483745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3260747651" sldId="2147483746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3478294863" sldId="2147483747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4242741671" sldId="2147483748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1670113262" sldId="2147483749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2162956994" sldId="2147483750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850509483" sldId="2147483751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1665221017" sldId="2147483752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2817710756" sldId="2147483753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169931390" sldId="2147483754"/>
          </pc:sldLayoutMkLst>
        </pc:sldLayoutChg>
        <pc:sldLayoutChg chg="add mod replId">
          <pc:chgData name="Bence Molnár" userId="e62e03783ffaf231" providerId="Windows Live" clId="Web-{064565E1-2B62-9EDB-B9ED-1C6FE2F9D175}" dt="2024-11-25T12:37:32.827" v="78"/>
          <pc:sldLayoutMkLst>
            <pc:docMk/>
            <pc:sldMasterMk cId="4186481752" sldId="2147483744"/>
            <pc:sldLayoutMk cId="2873159225" sldId="21474837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81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4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29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4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1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5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0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2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1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15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11/25/2024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2315"/>
            <a:ext cx="9144000" cy="1919384"/>
          </a:xfrm>
        </p:spPr>
        <p:txBody>
          <a:bodyPr/>
          <a:lstStyle/>
          <a:p>
            <a:r>
              <a:rPr lang="hu-HU" err="1">
                <a:solidFill>
                  <a:schemeClr val="bg1"/>
                </a:solidFill>
                <a:latin typeface="Tempus Sans ITC"/>
              </a:rPr>
              <a:t>EasyHázi</a:t>
            </a:r>
            <a:br>
              <a:rPr lang="hu-HU" dirty="0">
                <a:latin typeface="Tempus Sans ITC"/>
              </a:rPr>
            </a:br>
            <a:endParaRPr lang="hu-HU">
              <a:solidFill>
                <a:schemeClr val="bg1"/>
              </a:solidFill>
              <a:latin typeface="Tempus Sans ITC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0" y="2197387"/>
            <a:ext cx="12191999" cy="46486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hu-HU" sz="3000" dirty="0">
                <a:solidFill>
                  <a:schemeClr val="bg1"/>
                </a:solidFill>
                <a:latin typeface="Tempus Sans ITC"/>
              </a:rPr>
              <a:t>Az </a:t>
            </a:r>
            <a:r>
              <a:rPr lang="hu-HU" sz="3000" err="1">
                <a:solidFill>
                  <a:schemeClr val="bg1"/>
                </a:solidFill>
                <a:latin typeface="Tempus Sans ITC"/>
              </a:rPr>
              <a:t>EasyHázi</a:t>
            </a:r>
            <a:r>
              <a:rPr lang="hu-HU" sz="3000" dirty="0">
                <a:solidFill>
                  <a:schemeClr val="bg1"/>
                </a:solidFill>
                <a:latin typeface="Tempus Sans ITC"/>
              </a:rPr>
              <a:t> egy matematikai testek kiszámolására alkalmas program.</a:t>
            </a:r>
          </a:p>
          <a:p>
            <a:pPr algn="l"/>
            <a:r>
              <a:rPr lang="hu-HU" sz="3000" dirty="0">
                <a:solidFill>
                  <a:schemeClr val="bg1"/>
                </a:solidFill>
                <a:latin typeface="Tempus Sans ITC"/>
              </a:rPr>
              <a:t>Bekérdezi mit szeretne a felhasználó kiszámolni, milyen adatok vannak megadva és kiszámolja a felszínt a térfogatot és az egyéb adatokat.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EAA465-31F5-C38E-A1C1-86FC44A7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err="1">
                <a:solidFill>
                  <a:schemeClr val="bg1"/>
                </a:solidFill>
                <a:latin typeface="Tempus Sans ITC"/>
              </a:rPr>
              <a:t>EasyHázi</a:t>
            </a:r>
            <a:r>
              <a:rPr lang="hu-HU" dirty="0">
                <a:solidFill>
                  <a:schemeClr val="bg1"/>
                </a:solidFill>
                <a:latin typeface="Tempus Sans ITC"/>
              </a:rPr>
              <a:t> tervezői</a:t>
            </a:r>
            <a:endParaRPr lang="hu-HU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2F0BC0-3D5A-02BC-A772-99874797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" y="1785716"/>
            <a:ext cx="12187605" cy="50750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solidFill>
                  <a:schemeClr val="bg1"/>
                </a:solidFill>
                <a:latin typeface="Tempus Sans ITC"/>
              </a:rPr>
              <a:t>A projektet </a:t>
            </a:r>
            <a:r>
              <a:rPr lang="hu-HU" err="1">
                <a:solidFill>
                  <a:schemeClr val="bg1"/>
                </a:solidFill>
                <a:latin typeface="Tempus Sans ITC"/>
              </a:rPr>
              <a:t>Gergó</a:t>
            </a:r>
            <a:r>
              <a:rPr lang="hu-HU">
                <a:solidFill>
                  <a:schemeClr val="bg1"/>
                </a:solidFill>
                <a:latin typeface="Tempus Sans ITC"/>
              </a:rPr>
              <a:t> Marcell és Molnár Bence tervezte meg és próbálja meg kivitelezni.</a:t>
            </a:r>
          </a:p>
          <a:p>
            <a:r>
              <a:rPr lang="hu-HU" dirty="0">
                <a:solidFill>
                  <a:schemeClr val="bg1"/>
                </a:solidFill>
                <a:latin typeface="Tempus Sans ITC"/>
              </a:rPr>
              <a:t>A projekt kódja Python-ban íródik meg</a:t>
            </a:r>
          </a:p>
        </p:txBody>
      </p:sp>
    </p:spTree>
    <p:extLst>
      <p:ext uri="{BB962C8B-B14F-4D97-AF65-F5344CB8AC3E}">
        <p14:creationId xmlns:p14="http://schemas.microsoft.com/office/powerpoint/2010/main" val="260963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8A9AEE-D3F2-72D7-5FE1-79276FA5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7C820B-C0E1-6B19-2B14-C44FBF9EC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145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503C9F-4A11-DF09-B359-171D5CF3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B5EA98-E4D9-741F-B8C6-CB45A3FC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524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947186-63A0-F8A0-C8C3-C9022BF4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0503BD-247B-B157-406B-BCDF4E2D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158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F511F2-2739-4238-4D85-45154EFE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8A627D-AFCF-CFDA-8903-C7D9672A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050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215B8D-D321-3292-11A2-7D761EFA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rgbClr val="FF0000"/>
                </a:solidFill>
              </a:rPr>
              <a:t>Köszönjük a figyelmet!</a:t>
            </a:r>
          </a:p>
        </p:txBody>
      </p:sp>
      <p:pic>
        <p:nvPicPr>
          <p:cNvPr id="6" name="Tartalom helye 5" descr="thank you for watching Blank Template - Imgflip">
            <a:extLst>
              <a:ext uri="{FF2B5EF4-FFF2-40B4-BE49-F238E27FC236}">
                <a16:creationId xmlns:a16="http://schemas.microsoft.com/office/drawing/2014/main" id="{F5612D66-D337-F783-43D5-634FE19F8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263" y="3008689"/>
            <a:ext cx="3048000" cy="2286000"/>
          </a:xfrm>
        </p:spPr>
      </p:pic>
    </p:spTree>
    <p:extLst>
      <p:ext uri="{BB962C8B-B14F-4D97-AF65-F5344CB8AC3E}">
        <p14:creationId xmlns:p14="http://schemas.microsoft.com/office/powerpoint/2010/main" val="349154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VanillaVTI</vt:lpstr>
      <vt:lpstr>EasyHázi </vt:lpstr>
      <vt:lpstr>EasyHázi tervezői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2024-11-25T12:19:17Z</dcterms:created>
  <dcterms:modified xsi:type="dcterms:W3CDTF">2024-11-25T14:14:39Z</dcterms:modified>
</cp:coreProperties>
</file>